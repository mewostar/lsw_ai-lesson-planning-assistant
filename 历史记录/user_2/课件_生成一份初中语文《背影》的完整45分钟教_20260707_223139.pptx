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560320"/>
            <a:ext cx="1097280" cy="91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1072865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</a:pPr>
            <a:r>
              <a:rPr sz="4600" b="1">
                <a:solidFill>
                  <a:srgbClr val="FFFFFF"/>
                </a:solidFill>
                <a:latin typeface="Microsoft YaHei"/>
              </a:rPr>
              <a:t>初中语文《背影》教案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1072865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9CA3AF"/>
                </a:solidFill>
                <a:latin typeface="Microsoft YaHei"/>
              </a:rPr>
              <a:t>2026年07月07日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一、三维教学目标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45030"/>
            <a:ext cx="10728655" cy="36194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知识与技能：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1900" b="0">
                <a:solidFill>
                  <a:srgbClr val="4B5563"/>
                </a:solidFill>
                <a:latin typeface="Microsoft YaHei"/>
              </a:rPr>
              <a:t>理解课文内容，掌握重点词语和句子的含义。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1900" b="0">
                <a:solidFill>
                  <a:srgbClr val="4B5563"/>
                </a:solidFill>
                <a:latin typeface="Microsoft YaHei"/>
              </a:rPr>
              <a:t>能够正确、流利、有感情地朗读课文。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1900" b="0">
                <a:solidFill>
                  <a:srgbClr val="4B5563"/>
                </a:solidFill>
                <a:latin typeface="Microsoft YaHei"/>
              </a:rPr>
              <a:t>学习并运用记叙文的写作手法。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过程与方法：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1900" b="0">
                <a:solidFill>
                  <a:srgbClr val="4B5563"/>
                </a:solidFill>
                <a:latin typeface="Microsoft YaHei"/>
              </a:rPr>
              <a:t>通过朗读、讨论、分析等方法，提高学生的语文素养。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1900" b="0">
                <a:solidFill>
                  <a:srgbClr val="4B5563"/>
                </a:solidFill>
                <a:latin typeface="Microsoft YaHei"/>
              </a:rPr>
              <a:t>培养学生独立思考、合作学习的能力。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一、三维教学目标（续1）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76550"/>
            <a:ext cx="10728655" cy="21564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情感态度与价值观：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27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2700" b="0">
                <a:solidFill>
                  <a:srgbClr val="4B5563"/>
                </a:solidFill>
                <a:latin typeface="Microsoft YaHei"/>
              </a:rPr>
              <a:t>感受父爱的伟大，体会亲情的力量。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27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2700" b="0">
                <a:solidFill>
                  <a:srgbClr val="4B5563"/>
                </a:solidFill>
                <a:latin typeface="Microsoft YaHei"/>
              </a:rPr>
              <a:t>培养学生尊老爱幼、孝敬父母的传统美德。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二、教学重难点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79320"/>
            <a:ext cx="10728655" cy="3550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6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600" b="0">
                <a:solidFill>
                  <a:srgbClr val="1F2937"/>
                </a:solidFill>
                <a:latin typeface="Microsoft YaHei"/>
              </a:rPr>
              <a:t>重点：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23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2300" b="0">
                <a:solidFill>
                  <a:srgbClr val="4B5563"/>
                </a:solidFill>
                <a:latin typeface="Microsoft YaHei"/>
              </a:rPr>
              <a:t>理解课文内容，体会作者的情感。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23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2300" b="0">
                <a:solidFill>
                  <a:srgbClr val="4B5563"/>
                </a:solidFill>
                <a:latin typeface="Microsoft YaHei"/>
              </a:rPr>
              <a:t>学习并运用记叙文的写作手法。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6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600" b="0">
                <a:solidFill>
                  <a:srgbClr val="1F2937"/>
                </a:solidFill>
                <a:latin typeface="Microsoft YaHei"/>
              </a:rPr>
              <a:t>难点：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23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2300" b="0">
                <a:solidFill>
                  <a:srgbClr val="4B5563"/>
                </a:solidFill>
                <a:latin typeface="Microsoft YaHei"/>
              </a:rPr>
              <a:t>深入理解作者的情感，体会亲情的力量。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6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600" b="0">
                <a:solidFill>
                  <a:srgbClr val="1F2937"/>
                </a:solidFill>
                <a:latin typeface="Microsoft YaHei"/>
              </a:rPr>
              <a:t>三、详细教学过程（各环节含时间分配）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导入新课（5分钟）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教师简要介绍作者朱自清及其作品背景。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提问：你们认为父爱是怎样的？请举例说明。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自主学习（10分钟）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学生自读课文，勾画出不理解的词语和句子。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学生互相讨论，解决彼此不理解的问题。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课堂讲解（15分钟）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教师讲解课文内容，重点解释词语和句子的含义。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分析作者的情感，引导学生体会亲情的力量。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课堂讨论（10分钟）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分组讨论：课文中的背影给你留下了怎样的印象？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各组汇报讨论结果，教师点评。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</a:rPr>
              <a:t>课堂小结（5分钟）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3B82F6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FFFFFF"/>
                </a:solidFill>
                <a:latin typeface="Microsoft YaHei"/>
              </a:rPr>
              <a:t>总结本节课的学习内容，强调重点和难点。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3B82F6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FFFFFF"/>
                </a:solidFill>
                <a:latin typeface="Microsoft YaHei"/>
              </a:rPr>
              <a:t>布置课后作业。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四、板书设计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45030"/>
            <a:ext cx="10728655" cy="36194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`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背影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作者：朱自清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主题：父爱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重点词语：背影、依依不舍、泪眼朦胧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情感：怀念、感激、愧疚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`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五、分层作业布置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77390"/>
            <a:ext cx="10728655" cy="3954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18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1800" b="0">
                <a:solidFill>
                  <a:srgbClr val="1F2937"/>
                </a:solidFill>
                <a:latin typeface="Microsoft YaHei"/>
              </a:rPr>
              <a:t>基础作业：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1500" b="0">
                <a:solidFill>
                  <a:srgbClr val="4B5563"/>
                </a:solidFill>
                <a:latin typeface="Microsoft YaHei"/>
              </a:rPr>
              <a:t>朗读课文，背诵重点段落。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1500" b="0">
                <a:solidFill>
                  <a:srgbClr val="4B5563"/>
                </a:solidFill>
                <a:latin typeface="Microsoft YaHei"/>
              </a:rPr>
              <a:t>查找关于父爱的名言警句。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18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1800" b="0">
                <a:solidFill>
                  <a:srgbClr val="1F2937"/>
                </a:solidFill>
                <a:latin typeface="Microsoft YaHei"/>
              </a:rPr>
              <a:t>提高作业：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1500" b="0">
                <a:solidFill>
                  <a:srgbClr val="4B5563"/>
                </a:solidFill>
                <a:latin typeface="Microsoft YaHei"/>
              </a:rPr>
              <a:t>写一篇关于父爱的作文。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1500" b="0">
                <a:solidFill>
                  <a:srgbClr val="4B5563"/>
                </a:solidFill>
                <a:latin typeface="Microsoft YaHei"/>
              </a:rPr>
              <a:t>收集关于父爱的图片或视频。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18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1800" b="0">
                <a:solidFill>
                  <a:srgbClr val="1F2937"/>
                </a:solidFill>
                <a:latin typeface="Microsoft YaHei"/>
              </a:rPr>
              <a:t>拓展作业：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1500" b="0">
                <a:solidFill>
                  <a:srgbClr val="4B5563"/>
                </a:solidFill>
                <a:latin typeface="Microsoft YaHei"/>
              </a:rPr>
              <a:t>观看关于父爱的电影或电视剧。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1500" b="0">
                <a:solidFill>
                  <a:srgbClr val="4B5563"/>
                </a:solidFill>
                <a:latin typeface="Microsoft YaHei"/>
              </a:rPr>
              <a:t>与家人分享你对父爱的理解和感悟。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六、教学反思栏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78100"/>
            <a:ext cx="10728655" cy="275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教师在教学过程中，要关注学生的情感体验，引导学生深入理解课文内容。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注重培养学生的自主学习能力和合作学习能力。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课后要及时批改作业，了解学生的学习情况，调整教学策略。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[/文件]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743200"/>
            <a:ext cx="1097280" cy="91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728655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Microsoft YaHei"/>
              </a:rPr>
              <a:t>谢谢观看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9CA3AF"/>
                </a:solidFill>
                <a:latin typeface="Microsoft YaHei"/>
              </a:rPr>
              <a:t>AI 备课助手 · 自动生成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