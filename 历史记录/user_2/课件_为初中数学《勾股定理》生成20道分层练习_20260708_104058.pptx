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初中数学《勾股定理》分层练习题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一、基本信息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5030"/>
            <a:ext cx="10728655" cy="36194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学段学科：初中数学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考查知识点：勾股定理及其应用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题目总数：20 道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建议用时：30 分钟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难度分布：基础 40% / 提高 40% / 拓展 20%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---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二、基础巩固题（约 40%）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一、选择题（每题 3 分，共 24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12620"/>
            <a:ext cx="10728655" cy="408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3，BC = 4，则 AB 的长度为（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5   B. 6   C. 7   D. 8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若直角三角形两直角边的长度分别为 6 和 8，则该三角形的斜边长度为（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10  B. 12  C. 14  D. 16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在直角三角形中，若一个锐角的正弦值为 0.5，则该直角三角形的另一锐角的余弦值为（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0.5  B. 1   C. 2   D. 0.25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若直角三角形的斜边长度为 5，其中一个锐角的正切值为 2，则该三角形的两直角边长度分别为（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1, 2  B. 2, 3  C. 3, 4  D. 4,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一、选择题（每题 3 分，共 24 分）（续1）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12620"/>
            <a:ext cx="10728655" cy="408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在直角三角形中，若一个锐角的余弦值为 0.8，则该直角三角形的另一个锐角的正弦值为（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0.2  B. 0.8  C. 1   D. 0.6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若直角三角形的两直角边长度分别为 5 和 12，则该三角形的斜边长度为（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13  B. 15  C. 17  D. 19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在直角三角形中，若一个锐角的正切值为 3，则该直角三角形的另一个锐角的余切值为（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1/3  B. 3   C. 9   D. 1/9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若直角三角形的斜边长度为 10，其中一个锐角的正弦值为 0.6，则该三角形的两直角边长度分别为（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4, 6  B. 6, 8  C. 8, 10  D. 10,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二、填空题（每题 2 分，共 12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5030"/>
            <a:ext cx="10728655" cy="36194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6，BC = 8，则 AB² = _________。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若直角三角形的两直角边长度分别为 3 和 4，则该三角形的斜边长度为 _________。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在直角三角形中，若一个锐角的正弦值为 0.8，则该直角三角形的另一个锐角的余弦值为 _________。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若直角三角形的斜边长度为 5，其中一个锐角的正切值为 2，则该三角形的两直角边长度分别为 _________。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在直角三角形中，若一个锐角的余弦值为 0.6，则该直角三角形的另一个锐角的正弦值为 _________。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若直角三角形的两直角边长度分别为 5 和 12，则该三角形的斜边长度为 _________。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在直角三角形中，若一个锐角的正切值为 3，则该直角三角形的另一个锐角的余切值为 _________。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二、填空题（每题 2 分，共 12 分）（续1）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若直角三角形的斜边长度为 10，其中一个锐角的正弦值为 0.4，则该三角形的两直角边长度分别为 _________。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---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三、能力提高题（约 40%）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三、解答题 / 计算题（每题 6 分，共 48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5030"/>
            <a:ext cx="10728655" cy="36194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5，BC = 12，求 AB 的长度。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8，BC = 15，求 AB 的长度。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7，BC = 24，求 AB 的长度。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9，BC = 40，求 AB 的长度。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5，BC = 12，求 ∠A 的正弦值和余弦值。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8，BC = 15，求 ∠A 的正切值和余切值。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在直角三角形 ABC 中，∠C 是直角，若 AC = 7，BC = 24，求 ∠A 的正弦值和余弦值。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三、解答题 / 计算题（每题 6 分，共 48 分）（续1）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在直角三角形 ABC 中，∠C 是直角，若 AC = 9，BC = 40，求 ∠A 的正切值和余切值。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---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四、拓展探究题（约 20%）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四、综合应用题（每题 12 分，共 48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79320"/>
            <a:ext cx="10728655" cy="3550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在直角三角形 ABC 中，∠C 是直角，若 AC = 3，BC = 4，求三角形 ABC 的面积。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在直角三角形 ABC 中，∠C 是直角，若 AC = 5，BC = 12，求三角形 ABC 的周长。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在直角三角形 ABC 中，∠C 是直角，若 AC = 7，BC = 24，求三角形 ABC 的外接圆半径。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在直角三角形 ABC 中，∠C 是直角，若 AC = 9，BC = 40，求三角形 ABC 的内切圆半径。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---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五、参考答案与详细解析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一、选择题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12620"/>
            <a:ext cx="10728655" cy="408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解析：根据勾股定理，AB² = AC² + BC² = 3² + 4² = 9 + 16 = 25，所以 AB = √25 = 5。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解析：根据勾股定理，AB² = AC² + BC² = 6² + 8² = 36 + 64 = 100，所以 AB = √100 = 10。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解析：在直角三角形中，正弦值和余弦值的乘积等于 1，所以 sinA * cosA = 1，sinA = 0.5，cosA = 1 / sinA = 1 / 0.5 = 2。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B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解析：根据勾股定理，AB² = AC² + BC² = 2² + 3² = 4 + 9 = 13，所以 AB = √13。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一、选择题（续1）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12620"/>
            <a:ext cx="10728655" cy="408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解析：在直角三角形中，正弦值和余弦值的乘积等于 1，所以 sinA * cosA = 1，cosA = 0.8，sinA = 1 / cosA = 1 / 0.8 = 1.25。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解析：根据勾股定理，AB² = AC² + BC² = 5² + 12² = 25 + 144 = 169，所以 AB = √169 = 13。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解析：在直角三角形中，正切值和余切值的乘积等于 1，所以 tanA * cotA = 1，tanA = 3，cotA = 1 / tanA = 1 / 3 = 1/3。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900" b="0">
                <a:solidFill>
                  <a:srgbClr val="4B5563"/>
                </a:solidFill>
                <a:latin typeface="Microsoft YaHei"/>
              </a:rPr>
              <a:t>解析：根据勾股定理，AB² = AC² + BC² = 6² + 8² = 36 + 64 = 100，所以 AB = √100 = 10。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二、填空题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5030"/>
            <a:ext cx="10728655" cy="36194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36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10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6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2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6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13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二、填空题（续1）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三、解答题 / 计算题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5030"/>
            <a:ext cx="10728655" cy="36194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AB = √(5² + 12²) = √(25 + 144) = √169 = 13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AB = √(8² + 15²) = √(64 + 225) = √289 = 17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AB = √(7² + 24²) = √(49 + 576) = √625 = 25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AB = √(9² + 40²) = √(81 + 1600) = √1681 = 41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sinA = BC / AB = 12 / 13，cosA = AC / AB = 5 / 13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tanA = BC / AC = 15 / 8，cotA = AC / BC = 8 / 15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sinA = BC / AB = 24 / 25，cosA = AC / AB = 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三、解答题 / 计算题（续1）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tanA = BC / AC = 40 / 9，cotA = AC / BC = 9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四、综合应用题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10180"/>
            <a:ext cx="10728655" cy="248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S = (1/2)  AC  BC = (1/2)  3  4 = 6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周长 = AC + BC + AB = 5 + 12 + 13 = 30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外接圆半径 = AB / (2  sinC) = 25 / (2  sin90°) = 25 / 2 = 12.5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内切圆半径 = (AC + BC - AB) / 2 = (7 + 24 - 25) / 2 = 6 / 2 =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