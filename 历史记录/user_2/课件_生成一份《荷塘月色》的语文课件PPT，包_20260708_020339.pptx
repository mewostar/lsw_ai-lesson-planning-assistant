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《荷塘月色》语文课件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9CA3AF"/>
                </a:solidFill>
                <a:latin typeface="Microsoft YaHei"/>
              </a:rPr>
              <a:t>朱自清散文 · 高中语文必修上册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情境导入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展示荷花池夜色图片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提问：同学们记忆中关于"月"和"荷"的诗句有哪些？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引出作者：朱自清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板书课题：《荷塘月色》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📖 知识与技能：掌握重点词语，理解关键语句含义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🧠 过程与方法：通过朗读体会文章的语言美和意境美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❤️ 情感态度：体会作者情感，感受文学作品的感染力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作者介绍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朱自清（1898-1948），原名自华，字佩弦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现代著名散文家、诗人、学者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代表作品：《背影》《春》《匆匆》《荷塘月色》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散文风格：语言洗练，文笔清丽，情感真挚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写作背景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1927年，朱自清在清华大学任教，因躲避政治动荡，独自一人到荷塘散步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写作时间：1927年7月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文章主题：抒发作者对美好生活的向往和对黑暗现实的无奈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课文赏析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文章以荷塘月色为背景，描绘了一幅幽静美丽的夜景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运用多种修辞手法，如比喻、拟人、排比等，使语言生动形象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通过对自然景物的描写，抒发了作者对美好生活的向往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“月光如流水一般，静静地泻在这一片叶子和花上。”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“微风过处，送来缕缕清香，仿佛远处高楼上渺茫的歌声似的。”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“这时候叶子与花也有一丝的颤动，像闪电般，霎时传过荷塘。”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解释下列词语在文中的含义：静谧、渺茫、缕缕、颤动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分析下列句子在文中的作用：月光如流水一般，静静地泻在这一片叶子和花上。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“这时候叶子与花也有一丝的颤动，像闪电般，霎时传过荷塘。”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“在这苍茫的月色下，又显得格外清幽。”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体会下列句子在文中的表达效果：微风过处，送来缕缕清香，仿佛远处高楼上渺茫的歌声似的。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请用优美的语言描绘一段荷塘月色的景象。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结合文章内容，谈谈你对作者情感的理解。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课文小结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《荷塘月色》是一篇描写荷塘夜景的散文，通过对自然景物的描写，抒发了作者对美好生活的向往和对黑暗现实的无奈。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拓展阅读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推荐阅读朱自清的其他散文作品，如《背影》《春》等，进一步了解作者的思想感情。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本节课我们学习了《荷塘月色》，通过阅读和分析课文，我们体会到了作者对美好生活的向往和对黑暗现实的无奈。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请结合课文内容，写一篇读后感。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收集关于荷塘的图片或视频，下节课分享。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本节课我们学习了《荷塘月色》，通过阅读和分析课文，我们体会到了作者对美好生活的向往和对黑暗现实的无奈。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请结合课文内容，写一篇读后感。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收集关于荷塘的图片或视频，下节课分享。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本节课我们学习了《荷塘月色》，通过阅读和分析课文，我们体会到了作者对美好生活的向往和对黑暗现实的无奈。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请结合课文内容，写一篇读后感。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收集关于荷塘的图片或视频，下节课分享。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本节课我们学习了《荷塘月色》，通过阅读和分析课文，我们体会到了作者对美好生活的向往和对黑暗现实的无奈。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请结合课文内容，写一篇读后感。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收集关于荷塘的图片或视频，下节课分享。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[/PPT]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