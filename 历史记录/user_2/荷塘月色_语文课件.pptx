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展示荷塘夜景图片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知识与技能：掌握重点词语，理解关键语句含义，学习散文写作手法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1927年，国民大革命失败，朱自清在清华大学任教，心情压抑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为排解苦闷，独自一人夜晚漫步荷塘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1927年7月，写下了这篇散文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朗读第一段，提问：这段文字描写了怎样的景象？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分析：月光下的荷塘景色，渲染了幽静的氛围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朗读第二段，提问：这段文字通过哪些修辞手法表达了作者的情感？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分析：比喻、拟人等修辞手法，表现了作者对荷塘美景的喜爱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课文逐段赏析（三）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朗读第三段，提问：这段文字在结构上有什么作用？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分析：承上启下，引出下文对荷塘月色的描写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列举文章中使用的修辞手法：比喻、拟人、排比等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分析每种修辞手法的作用和表达效果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选择题：判断下列句子中使用的修辞手法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荷塘的月色并不总是那么宁静。（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荷叶铺得像锦缎一样。（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月光下，那叶子就像碧绿的大圆盘。（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请同学们完成以下作业：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朗读课文，背诵自己喜欢的段落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撰写一篇关于《荷塘月色》的读后感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收集关于朱自清的其他散文作品，进行比较阅读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课文逐段赏析（四）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朗读第四段，提问：这段文字通过哪些描写表达了作者的情感？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分析：动静结合，表现了荷塘月色的美丽和宁静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课文逐段赏析（五）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朗读第五段，提问：这段文字在结构上有什么作用？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分析：总结全文，点明文章主旨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修辞手法分析（续）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列举文章中使用的其他修辞手法：对偶、借景抒情等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分析每种修辞手法的作用和表达效果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填空题：根据课文内容填空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月光如流水一般，静静地泻在这一片叶子和花上。（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荷塘的叶子和花仿佛在牛乳中洗过。（ ）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那亭亭的荷叶，就像……（ 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请同学们完成以下作业：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朗读课文，背诵自己喜欢的段落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撰写一篇关于《荷塘月色》的读后感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7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700" b="0">
                <a:solidFill>
                  <a:srgbClr val="4B5563"/>
                </a:solidFill>
                <a:latin typeface="Microsoft YaHei"/>
              </a:rPr>
              <a:t>收集关于朱自清的其他散文作品，进行比较阅读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《荷塘月色》是一篇描写荷塘夜景的散文，作者通过对荷塘美景的描绘，抒发了自己对美好生活的向往和追求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文章运用了多种修辞手法，语言优美，意境深远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板书设计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主板书：荷塘月色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副板书：写作背景、修辞手法、情感表达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分层作业设计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77390"/>
            <a:ext cx="10728655" cy="3954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✅ 基础层（必做）：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朗读课文，背诵自己喜欢的段落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撰写一篇关于《荷塘月色》的读后感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📈 提高层（选做）：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收集关于朱自清的其他散文作品，进行比较阅读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分析《荷塘月色》中的修辞手法及其作用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1800" b="0">
                <a:solidFill>
                  <a:srgbClr val="1F2937"/>
                </a:solidFill>
                <a:latin typeface="Microsoft YaHei"/>
              </a:rPr>
              <a:t>🚀 拓展层（挑战）：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模仿《荷塘月色》的写作手法，创作一篇散文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1500" b="0">
                <a:solidFill>
                  <a:srgbClr val="4B5563"/>
                </a:solidFill>
                <a:latin typeface="Microsoft YaHei"/>
              </a:rPr>
              <a:t>结合自己的生活经历，谈谈对“月色”的理解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教学反思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本节课亮点：通过朗读、讨论、赏析等方式，引导学生深入理解课文内容，体会作者情感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待改进点：课堂练习环节可以增加一些互动环节，提高学生的参与度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下课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下课，同学们再见！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