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《荷塘月色》语文课件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9CA3AF"/>
                </a:solidFill>
                <a:latin typeface="Microsoft YaHei"/>
              </a:rPr>
              <a:t>朱自清散文 · 高中语文必修上册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情境导入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展示荷花池夜色图片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提问：同学们记忆中关于"月"和"荷"的诗句有哪些？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引出作者：朱自清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板书课题：《荷塘月色》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教学目标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📖 知识与技能：掌握重点词语，理解关键语句含义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🧠 过程与方法：通过朗读体会文章的语言美和意境美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❤️ 情感态度：体会作者情感，感受文学作品的感染力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朱自清（1898-1948），原名自华，字佩弦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现代著名散文家、诗人、学者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代表作品：《背影》《春》《匆匆》《荷塘月色》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散文风格：语言洗练，文笔清丽，情感真挚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1927年，大革命失败，作者处于苦闷彷徨之中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作者借写荷塘月色抒发自己内心的感受和情感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课文赏析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文章以月色为线索，描绘了荷塘月色的美丽景象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通过对荷塘月色的描写，抒发了作者对美好生活的向往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“月光如流水一般，静静地泻在这一片叶子和花上。”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“微风过处，送来缕缕清香，仿佛远处高楼上渺茫的歌声似的。”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“这时候叶子与花也有一丝的颤动，像闪电般，霎时传过荷塘。”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79320"/>
            <a:ext cx="10728655" cy="3550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解释下列词语在文中的意思：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静静地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霎时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震颤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分析下列句子的修辞手法：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“月光如流水一般，静静地泻在这一片叶子和花上。”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课下阅读《背影》，写一篇读后感。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搜集关于朱自清的生平事迹，整理成一篇短文。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荷塘月色之美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描述荷塘月色的美丽景象，包括月光、荷叶、荷花、花香等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作者情感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分析作者在文章中表达的情感，包括对美好生活的向往、对自然的热爱等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文章结构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分析文章的结构，包括开头、中间、结尾三个部分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写作手法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分析文章的写作手法，包括描写、抒情、议论等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文学价值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阐述《荷塘月色》的文学价值，包括对后世散文创作的影响等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总结本节课的学习内容，包括教学目标、作者介绍、课文赏析等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课下阅读《背影》，写一篇读后感。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搜集关于朱自清的生平事迹，整理成一篇短文。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拓展阅读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推荐阅读朱自清的其他散文作品，如《春》《背影》等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总结本节课的学习内容，包括教学目标、作者介绍、课文赏析等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课下阅读《背影》，写一篇读后感。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搜集关于朱自清的生平事迹，整理成一篇短文。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总结本节课的学习内容，包括教学目标、作者介绍、课文赏析等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课下阅读《背影》，写一篇读后感。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搜集关于朱自清的生平事迹，整理成一篇短文。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[/PPT]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