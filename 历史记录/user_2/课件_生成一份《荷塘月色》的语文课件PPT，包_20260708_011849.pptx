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《荷塘月色》语文课件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9CA3AF"/>
                </a:solidFill>
                <a:latin typeface="Microsoft YaHei"/>
              </a:rPr>
              <a:t>朱自清散文 · 高中语文必修上册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情境导入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展示荷花池夜色图片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提问：同学们记忆中关于"月"和"荷"的诗句有哪些？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引出作者：朱自清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板书课题：荷塘月色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📖 知识与技能：掌握重点词语，理解关键语句含义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🧠 过程与方法：通过朗读体会文章的语言美和意境美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❤️ 情感态度：体会作者情感，感受文学作品的感染力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作者介绍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78100"/>
            <a:ext cx="10728655" cy="275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朱自清（1898-1948），原名自华，字佩弦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现代著名散文家、诗人、学者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代表作品：《背影》《春》《匆匆》《荷塘月色》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散文风格：语言洗练，文笔清丽，情感真挚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写作背景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1927年，大革命失败，作者处于苦闷彷徨之中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作者借写荷塘月色抒发自己淡淡的忧愁和孤独寂寞的情怀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课文赏析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课文以荷塘月色为背景，描绘了一幅幽美宁静的夜景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作者通过对荷塘月色的描绘，抒发了对美好生活的向往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重点语句1：月光如流水一般，静静地泻在这一片叶子和花上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重点语句2：叶子出水很高，像亭亭的舞女的裙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重点语句3：层层的叶子中间，零星地点缀着些白花，有袅娜地开着的，有羞涩地打着朵儿的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重点语句4：这时候叶子与花也有一丝的颤动，像闪电般，霎时传过荷塘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8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重点语句5：叶子本是肩并肩密密地挨着，这便宛然有了一道凝碧的波痕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重点语句6：叶子出水很高，像亭亭的舞女的裙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9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重点语句7：层层的叶子中间，零星地点缀着些白花，有袅娜地开着的，有羞涩地打着朵儿的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重点语句8：这时候叶子与花也有一丝的颤动，像闪电般，霎时传过荷塘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10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请同学们朗读课文，并找出你认为最美的句子，并说明理由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请同学们用自己的话描述一下荷塘月色的景象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11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请同学们思考：作者为什么要写荷塘月色？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请同学们分组讨论，并分享你们的观点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请同学们课后阅读《背影》，并写一篇读后感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请同学们收集关于朱自清的资料，并做成一份PPT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课堂小结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今天我们学习了《荷塘月色》，通过阅读课文，我们感受到了作者对美好生活的向往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我们学习了如何赏析散文，如何理解作者的内心世界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课后拓展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请同学们思考：散文与诗歌有什么区别？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请同学们阅读其他散文作品，并尝试赏析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作业提醒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请同学们认真完成课后作业，并按时上交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下节课我们将进行作业讲评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下课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感谢大家的参与，下课！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[/PPT]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