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7286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《荷塘月色》语文课件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>
                <a:solidFill>
                  <a:srgbClr val="9CA3AF"/>
                </a:solidFill>
                <a:latin typeface="Microsoft YaHei"/>
              </a:rPr>
              <a:t>朱自清散文 · 高中语文必修上册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9CA3AF"/>
                </a:solidFill>
                <a:latin typeface="Microsoft YaHei"/>
              </a:rPr>
              <a:t>2026年07月08日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情境导入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展示荷花池夜色图片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提问：同学们记忆中关于"月"和"荷"的诗句有哪些？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引出作者：朱自清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板书课题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📖 知识与技能：掌握重点词语，理解关键语句含义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🧠 过程与方法：通过朗读体会文章的语言美和意境美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❤️ 情感态度：体会作者情感，感受文学作品的感染力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作者介绍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朱自清（1898-1948），原名自华，字佩弦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现代著名散文家、诗人、学者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代表作品：《背影》《春》《匆匆》《荷塘月色》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散文风格：语言洗练，文笔清丽，情感真挚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写作背景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1927年，大革命失败，作者在北京大学任教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为躲避现实的喧嚣，到荷塘边赏月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一个月明如镜的夜晚，写下了这篇散文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课文逐段赏析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第一段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描绘荷塘美景，月色、荷花、荷叶、游鱼等元素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意境优美，引人入胜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第二段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转移视角，描写树上的蝉声、水里的蛙声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渲染气氛，烘托月光下的荷塘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第三段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写月光下的荷塘，静寂、朦胧、美丽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表达作者对大自然的喜爱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修辞手法分析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拟人：将荷花、荷叶、游鱼等赋予人的情感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比喻：将月光比作流水、轻纱等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对比：将月下的荷塘与现实中的社会形成对比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课堂练习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选择题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09850"/>
            <a:ext cx="10728655" cy="26898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下列对“月光如流水一般，静静地泻在这一片叶子和花上”这句话理解正确的是：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A. 形容月光很美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B. 形容月光很静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C. 形容月光很柔和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D. 以上都对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填空题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09850"/>
            <a:ext cx="10728655" cy="26898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下列词语中，属于比喻手法的是：（  ）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A. 轻纱似的月色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B. 像幽灵一般在树梢上徘徊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C. 淡淡的云，淡淡的月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D. 像梦一般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阅读课文，思考：作者通过荷塘月色的描写，表达了怎样的情感？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写一篇关于《荷塘月色》的读后感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课文逐段赏析（续）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第四段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写荷香，表现荷塘月色的迷人之处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荷香扑鼻，令人陶醉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第五段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描写作者在荷塘边的感受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月光、荷香、美景，令人陶醉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修辞手法分析（续）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排比：将荷塘美景的描写分为几个层次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借景抒情：借荷塘美景抒发作者情感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课堂练习（续）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简答题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简述《荷塘月色》中荷塘美景的特点。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填空题（续）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09850"/>
            <a:ext cx="10728655" cy="26898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下列句子中，属于借景抒情手法的是：（  ）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A. 月光如流水一般，静静地泻在这一片叶子和花上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B. 荷花那一缕缕的清香，仿佛是月光下的歌声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C. 淡淡的云，淡淡的月，添上几分诗意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D. 像幽灵一般在树梢上徘徊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阅读课文，思考：作者在荷塘边的感受是什么？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结合自身经历，写一篇关于美景的散文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课文逐段赏析（续）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第六段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描写作者在荷塘边的遐想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感叹人生的美好，表达对生活的热爱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第七段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写荷塘边的游鱼，表现荷塘月色的生机勃勃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游鱼欢快，充满生机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修辞手法分析（续）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对比：将荷塘美景与作者内心的孤独形成对比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抒情：表达作者对美好生活的向往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课堂练习（续）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简答题（续）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简述《荷塘月色》中作者对荷塘美景的感受。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填空题（续）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09850"/>
            <a:ext cx="10728655" cy="26898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下列句子中，属于抒情手法的是：（  ）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A. 荷塘月色真美啊！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B. 我在荷塘边流连忘返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C. 月光如流水一般，静静地泻在这一片叶子和花上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D. 荷花那一缕缕的清香，仿佛是月光下的歌声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阅读课文，思考：作者为什么会对荷塘月色产生如此深厚的感情？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写一篇关于自己热爱之物的散文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课文逐段赏析（续）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第八段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描写作者离开荷塘后的心情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感叹美好时光易逝，表达对人生的感慨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第九段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总结全文，抒发作者对荷塘月色的喜爱之情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月光、荷塘、美景，令人陶醉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修辞手法分析（续）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设问：通过设问，引发读者思考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总结：概括全文，点明主旨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课堂练习（续）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简答题（续）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简述《荷塘月色》中作者对荷塘月色的喜爱之情。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填空题（续）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09850"/>
            <a:ext cx="10728655" cy="26898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200" b="0">
                <a:solidFill>
                  <a:srgbClr val="1F2937"/>
                </a:solidFill>
                <a:latin typeface="Microsoft YaHei"/>
              </a:rPr>
              <a:t>下列句子中，属于设问手法的是：（  ）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A. 荷塘月色真美啊！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B. 我在荷塘边流连忘返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C. 月光如流水一般，静静地泻在这一片叶子和花上</a:t>
            </a:r>
          </a:p>
          <a:p>
            <a:pPr marL="914400" indent="-228600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1E40AF"/>
                </a:solidFill>
                <a:latin typeface="Microsoft YaHei"/>
              </a:rPr>
              <a:t>▪  </a:t>
            </a:r>
            <a:r>
              <a:rPr sz="1700" b="0">
                <a:solidFill>
                  <a:srgbClr val="4B5563"/>
                </a:solidFill>
                <a:latin typeface="Microsoft YaHei"/>
              </a:rPr>
              <a:t>D. 荷花那一缕缕的清香，仿佛是月光下的歌声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阅读课文，思考：作者在荷塘月色中获得了怎样的感悟？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结合自身经历，写一篇关于感悟的散文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[/PPT]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30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CA3AF"/>
                </a:solidFill>
                <a:latin typeface="Microsoft YaHei"/>
              </a:rPr>
              <a:t>AI 备课助手 · 自动生成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