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1927年，朱自清在清华大学任教期间，因不满时局，辞职归里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在家乡的荷塘边，夜晚漫步，触发灵感，创作了这篇散文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课文以荷塘月色为背景，描绘了一幅清幽宁静、美轮美奂的夜景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通过对荷塘、月色、荷花的描写，表达了作者对美好生活的向往和追求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"月光如流水一般，静静地泻在这一片叶子和花上"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"微风过处，送来缕缕清香，仿佛远处高楼上渺茫的歌声似的"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"这时候叶子与花也有一丝的颤动，像闪电般，霎时传过荷塘"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景物描写：通过视觉、嗅觉、触觉等感官，描绘出荷塘月色的美丽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情感抒发：借景抒情，表达作者对美好生活的向往和追求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比喻、拟人等修辞手法，使文章语言生动形象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朗读课文，体会作者的情感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分析文章中的景物描写，找出作者使用的写作手法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写一篇短文，描绘你心目中的荷塘月色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复习课文，背诵重点语句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搜集有关朱自清的资料，了解他的生平和作品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结合课文内容，写一篇读后感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展示荷塘月色的图片，引导学生欣赏美景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荷塘月色之情感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分析作者在课文中的情感变化，引导学生体会作者的情感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荷塘月色之写作手法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总结课文中的写作手法，引导学生学习写作技巧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课文启示我们：要珍惜美好时光，追求美好人生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回顾本节课的学习内容，总结重点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作业反馈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对学生的作业进行点评，鼓励学生继续努力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拓展阅读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推荐朱自清的其他散文作品，如《背影》《春》等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课后思考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引导学生思考：为什么朱自清会选择荷塘作为写作背景？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本节课我们学习了《荷塘月色》，体会了作者的情感，学习了写作技巧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复习课文，背诵重点语句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搜集有关朱自清的资料，了解他的生平和作品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结合课文内容，写一篇读后感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结束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感谢大家的聆听，下课！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